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earchVoice_AI_DEPI_Premium_Roadmap_2560x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ResearchVoice AI — Premium DEPI Roadmap</dc:title>
  <dc:subject>One-slide roadmap infographic | DEPI AI Healthcare System</dc:subject>
  <dc:creator/>
  <cp:keywords>ResearchVoice AI, DEPI, AI Healthcare System, n8n, Telegram, Gemini, Groq, LangSmith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